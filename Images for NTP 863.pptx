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9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15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B925A-32E0-4517-A80D-60271436CC54}" type="datetimeFigureOut">
              <a:rPr lang="es-CO" smtClean="0"/>
              <a:t>7/02/2025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2A02-44DA-4C9B-88D8-466CCA19C6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6690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B925A-32E0-4517-A80D-60271436CC54}" type="datetimeFigureOut">
              <a:rPr lang="es-CO" smtClean="0"/>
              <a:t>7/02/2025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2A02-44DA-4C9B-88D8-466CCA19C6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91965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B925A-32E0-4517-A80D-60271436CC54}" type="datetimeFigureOut">
              <a:rPr lang="es-CO" smtClean="0"/>
              <a:t>7/02/2025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2A02-44DA-4C9B-88D8-466CCA19C6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5842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B925A-32E0-4517-A80D-60271436CC54}" type="datetimeFigureOut">
              <a:rPr lang="es-CO" smtClean="0"/>
              <a:t>7/02/2025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2A02-44DA-4C9B-88D8-466CCA19C6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3905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B925A-32E0-4517-A80D-60271436CC54}" type="datetimeFigureOut">
              <a:rPr lang="es-CO" smtClean="0"/>
              <a:t>7/02/2025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2A02-44DA-4C9B-88D8-466CCA19C6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7910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B925A-32E0-4517-A80D-60271436CC54}" type="datetimeFigureOut">
              <a:rPr lang="es-CO" smtClean="0"/>
              <a:t>7/02/2025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2A02-44DA-4C9B-88D8-466CCA19C6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64431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B925A-32E0-4517-A80D-60271436CC54}" type="datetimeFigureOut">
              <a:rPr lang="es-CO" smtClean="0"/>
              <a:t>7/02/2025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2A02-44DA-4C9B-88D8-466CCA19C6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8728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B925A-32E0-4517-A80D-60271436CC54}" type="datetimeFigureOut">
              <a:rPr lang="es-CO" smtClean="0"/>
              <a:t>7/02/2025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2A02-44DA-4C9B-88D8-466CCA19C6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54914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B925A-32E0-4517-A80D-60271436CC54}" type="datetimeFigureOut">
              <a:rPr lang="es-CO" smtClean="0"/>
              <a:t>7/02/2025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2A02-44DA-4C9B-88D8-466CCA19C6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4112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B925A-32E0-4517-A80D-60271436CC54}" type="datetimeFigureOut">
              <a:rPr lang="es-CO" smtClean="0"/>
              <a:t>7/02/2025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2A02-44DA-4C9B-88D8-466CCA19C6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739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B925A-32E0-4517-A80D-60271436CC54}" type="datetimeFigureOut">
              <a:rPr lang="es-CO" smtClean="0"/>
              <a:t>7/02/2025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2A02-44DA-4C9B-88D8-466CCA19C6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6149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B925A-32E0-4517-A80D-60271436CC54}" type="datetimeFigureOut">
              <a:rPr lang="es-CO" smtClean="0"/>
              <a:t>7/02/2025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402A02-44DA-4C9B-88D8-466CCA19C6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58659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40360" t="16806" r="7500" b="10160"/>
          <a:stretch/>
        </p:blipFill>
        <p:spPr>
          <a:xfrm>
            <a:off x="551935" y="323379"/>
            <a:ext cx="7880682" cy="6209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57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28739" t="17880" r="19819" b="5996"/>
          <a:stretch/>
        </p:blipFill>
        <p:spPr>
          <a:xfrm>
            <a:off x="672929" y="169895"/>
            <a:ext cx="7902660" cy="6578051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1136823" y="453081"/>
            <a:ext cx="186175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bg1">
                    <a:lumMod val="50000"/>
                  </a:schemeClr>
                </a:solidFill>
              </a:rPr>
              <a:t>INFORMACION</a:t>
            </a:r>
          </a:p>
        </p:txBody>
      </p:sp>
    </p:spTree>
    <p:extLst>
      <p:ext uri="{BB962C8B-B14F-4D97-AF65-F5344CB8AC3E}">
        <p14:creationId xmlns:p14="http://schemas.microsoft.com/office/powerpoint/2010/main" val="1163314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29639" t="14885" r="22073" b="10480"/>
          <a:stretch/>
        </p:blipFill>
        <p:spPr>
          <a:xfrm>
            <a:off x="659028" y="123568"/>
            <a:ext cx="7496432" cy="651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3135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</TotalTime>
  <Words>1</Words>
  <Application>Microsoft Office PowerPoint</Application>
  <PresentationFormat>Presentación en pantalla (4:3)</PresentationFormat>
  <Paragraphs>1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JAIME ALBERTO HERNANDEZ JIMENEZ</dc:creator>
  <cp:lastModifiedBy>JAIME ALBERTO HERNANDEZ JIMENEZ</cp:lastModifiedBy>
  <cp:revision>3</cp:revision>
  <dcterms:created xsi:type="dcterms:W3CDTF">2025-02-08T01:10:37Z</dcterms:created>
  <dcterms:modified xsi:type="dcterms:W3CDTF">2025-02-08T01:26:44Z</dcterms:modified>
</cp:coreProperties>
</file>